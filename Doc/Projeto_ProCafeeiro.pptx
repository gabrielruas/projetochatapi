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wmf" ContentType="image/x-wmf"/>
  <Default Extension="png" ContentType="image/png"/>
  <Default Extension="rels" ContentType="application/vnd.openxmlformats-package.relationships+xml"/>
  <Default Extension="jpg" ContentType="image/jpeg"/>
  <Default Extension="bin" ContentType="application/vnd.openxmlformats-officedocument.oleObject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4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notesSlides/notesSlide2.xml" ContentType="application/vnd.openxmlformats-officedocument.presentationml.notesSlide+xml"/>
  <Override PartName="/ppt/tableStyles.xml" ContentType="application/vnd.openxmlformats-officedocument.presentationml.tableStyl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1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6858000" type="screen4x3"/>
  <p:notesSz cx="6858000" cy="9144000"/>
  <p:defaultTextStyle>
    <a:defPPr>
      <a:defRPr lang="pt-BR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6" d="100"/>
          <a:sy n="76" d="100"/>
        </p:scale>
        <p:origin x="-822" y="-72"/>
      </p:cViewPr>
      <p:guideLst>
        <p:guide pos="2160" orient="horz"/>
        <p:guide pos="2880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 /><Relationship Id="rId15" Type="http://schemas.openxmlformats.org/officeDocument/2006/relationships/tableStyles" Target="tableStyles.xml" /><Relationship Id="rId16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2334304" name="Espaço Reservado para Cabeçalho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  <p:sp>
        <p:nvSpPr>
          <p:cNvPr id="425152856" name="Espaço Reservado para Data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0BB2693-BF8C-4E74-9CD7-2FC7472673ED}" type="datetimeFigureOut">
              <a:rPr lang="pt-BR"/>
              <a:t>07/03/2014</a:t>
            </a:fld>
            <a:endParaRPr lang="pt-BR"/>
          </a:p>
        </p:txBody>
      </p:sp>
      <p:sp>
        <p:nvSpPr>
          <p:cNvPr id="1589510157" name="Espaço Reservado para Imagem de Slide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pt-BR"/>
          </a:p>
        </p:txBody>
      </p:sp>
      <p:sp>
        <p:nvSpPr>
          <p:cNvPr id="116985616" name="Espaço Reservado para Anotações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pt-BR"/>
          </a:p>
        </p:txBody>
      </p:sp>
      <p:sp>
        <p:nvSpPr>
          <p:cNvPr id="63211941" name="Espaço Reservado para Rodapé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71010945" name="Espaço Reservado para Número de Slide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C33F2E9D-7DF5-439C-8436-1B02AE0E0AF1}" type="slidenum">
              <a:rPr lang="pt-BR"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ftr="0" hdr="1" sldNum="0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9596027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46625881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346303879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1176272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72788565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73853560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5544141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29501761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769838648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464975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0814804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2109398356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1131058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390048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972936709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72159272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63662540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126502626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6460724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6151101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566685621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9713334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6228211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1016669821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1229075" name="Espaço Reservado para Imagem de Slide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16099983" name="Espaço Reservado para Anotações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pt-BR"/>
          </a:p>
        </p:txBody>
      </p:sp>
      <p:sp>
        <p:nvSpPr>
          <p:cNvPr id="389859995" name="Espaço Reservado para Cabeçalho 4"/>
          <p:cNvSpPr>
            <a:spLocks noGrp="1"/>
          </p:cNvSpPr>
          <p:nvPr>
            <p:ph type="hdr" sz="quarter" idx="10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EC205 </a:t>
            </a:r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Slide d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6164199" name="Title 1"/>
          <p:cNvSpPr>
            <a:spLocks noGrp="1"/>
          </p:cNvSpPr>
          <p:nvPr>
            <p:ph type="ctrTitle"/>
          </p:nvPr>
        </p:nvSpPr>
        <p:spPr bwMode="auto"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12964041" name="Subtitle 2"/>
          <p:cNvSpPr>
            <a:spLocks noGrp="1"/>
          </p:cNvSpPr>
          <p:nvPr>
            <p:ph type="subTitle" idx="1"/>
          </p:nvPr>
        </p:nvSpPr>
        <p:spPr bwMode="auto"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84670990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CF82E53-118A-431D-AF15-F3B17309A09A}" type="datetime1">
              <a:rPr lang="pt-BR"/>
              <a:t>07/03/2014</a:t>
            </a:fld>
            <a:endParaRPr lang="pt-BR"/>
          </a:p>
        </p:txBody>
      </p:sp>
      <p:sp>
        <p:nvSpPr>
          <p:cNvPr id="1092457287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66459451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ítulo 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4715856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3008714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18402482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BC301D3-1565-47F5-9E53-7271A9BE7219}" type="datetime1">
              <a:rPr lang="pt-BR"/>
              <a:t>07/03/2014</a:t>
            </a:fld>
            <a:endParaRPr lang="pt-BR"/>
          </a:p>
        </p:txBody>
      </p:sp>
      <p:sp>
        <p:nvSpPr>
          <p:cNvPr id="60129187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201748639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Cabeçalho da Se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3290254" name="Title 1"/>
          <p:cNvSpPr>
            <a:spLocks noGrp="1"/>
          </p:cNvSpPr>
          <p:nvPr>
            <p:ph type="title"/>
          </p:nvPr>
        </p:nvSpPr>
        <p:spPr bwMode="auto"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20251600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174125715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0347484-6C49-4FAA-B168-EF731183CC2A}" type="datetime1">
              <a:rPr lang="pt-BR"/>
              <a:t>07/03/2014</a:t>
            </a:fld>
            <a:endParaRPr lang="pt-BR"/>
          </a:p>
        </p:txBody>
      </p:sp>
      <p:sp>
        <p:nvSpPr>
          <p:cNvPr id="48821435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775610703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Duas Partes de Conteú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52613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898871984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19383935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126694448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A0E0F3BA-329E-4977-9413-59FF2A15DF64}" type="datetime1">
              <a:rPr lang="pt-BR"/>
              <a:t>07/03/2014</a:t>
            </a:fld>
            <a:endParaRPr lang="pt-BR"/>
          </a:p>
        </p:txBody>
      </p:sp>
      <p:sp>
        <p:nvSpPr>
          <p:cNvPr id="141129502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80825879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açã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4743980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900898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149301086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1284820393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1719103080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2056078406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17241D4-B13E-485A-B2B9-363E701B2142}" type="datetime1">
              <a:rPr lang="pt-BR"/>
              <a:t>07/03/2014</a:t>
            </a:fld>
            <a:endParaRPr lang="pt-BR"/>
          </a:p>
        </p:txBody>
      </p:sp>
      <p:sp>
        <p:nvSpPr>
          <p:cNvPr id="1924144786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93634749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Somente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958422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79359377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E895B24-7468-41DC-8A79-8D3D6A6DA7DC}" type="datetime1">
              <a:rPr lang="pt-BR"/>
              <a:t>07/03/2014</a:t>
            </a:fld>
            <a:endParaRPr lang="pt-BR"/>
          </a:p>
        </p:txBody>
      </p:sp>
      <p:sp>
        <p:nvSpPr>
          <p:cNvPr id="388002543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342247769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Em br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26573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48EA6EC0-F02E-480F-BE5B-9045E9C9C1F3}" type="datetime1">
              <a:rPr lang="pt-BR"/>
              <a:t>07/03/2014</a:t>
            </a:fld>
            <a:endParaRPr lang="pt-BR"/>
          </a:p>
        </p:txBody>
      </p:sp>
      <p:sp>
        <p:nvSpPr>
          <p:cNvPr id="128541816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286217914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údo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3436749" name="Title 1"/>
          <p:cNvSpPr>
            <a:spLocks noGrp="1"/>
          </p:cNvSpPr>
          <p:nvPr>
            <p:ph type="title"/>
          </p:nvPr>
        </p:nvSpPr>
        <p:spPr bwMode="auto"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531190535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112133486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FA1286AE-0AAB-4A4F-8587-31AFAE8EE65C}" type="datetime1">
              <a:rPr lang="pt-BR"/>
              <a:t>07/03/2014</a:t>
            </a:fld>
            <a:endParaRPr lang="pt-BR"/>
          </a:p>
        </p:txBody>
      </p:sp>
      <p:sp>
        <p:nvSpPr>
          <p:cNvPr id="977722150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4479396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  <p:sp>
        <p:nvSpPr>
          <p:cNvPr id="1763535843" name="Content Placeholder 8"/>
          <p:cNvSpPr>
            <a:spLocks noGrp="1"/>
          </p:cNvSpPr>
          <p:nvPr>
            <p:ph sz="quarter" idx="13"/>
          </p:nvPr>
        </p:nvSpPr>
        <p:spPr bwMode="auto">
          <a:xfrm>
            <a:off x="304800" y="381000"/>
            <a:ext cx="7772400" cy="4942840"/>
          </a:xfrm>
        </p:spPr>
        <p:txBody>
          <a:bodyPr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Imagem com Legend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5639313" name="Title 1"/>
          <p:cNvSpPr>
            <a:spLocks noGrp="1"/>
          </p:cNvSpPr>
          <p:nvPr>
            <p:ph type="title"/>
          </p:nvPr>
        </p:nvSpPr>
        <p:spPr bwMode="auto"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50864183" name="Picture Placeholder 2"/>
          <p:cNvSpPr>
            <a:spLocks noGrp="1"/>
          </p:cNvSpPr>
          <p:nvPr>
            <p:ph type="pic" idx="1"/>
          </p:nvPr>
        </p:nvSpPr>
        <p:spPr bwMode="auto"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pt-BR"/>
              <a:t>Clique no ícone para adicionar uma imagem</a:t>
            </a:r>
            <a:endParaRPr lang="en-US"/>
          </a:p>
        </p:txBody>
      </p:sp>
      <p:sp>
        <p:nvSpPr>
          <p:cNvPr id="21665472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pt-BR"/>
              <a:t>Clique para editar o texto mestre</a:t>
            </a:r>
            <a:endParaRPr/>
          </a:p>
        </p:txBody>
      </p:sp>
      <p:sp>
        <p:nvSpPr>
          <p:cNvPr id="540872973" name="Date Placeholder 7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57672126-691A-4E2C-B01B-F695A538F53D}" type="datetime1">
              <a:rPr lang="pt-BR"/>
              <a:t>07/03/2014</a:t>
            </a:fld>
            <a:endParaRPr lang="pt-BR"/>
          </a:p>
        </p:txBody>
      </p:sp>
      <p:sp>
        <p:nvSpPr>
          <p:cNvPr id="1210091139" name="Slide Number Placeholder 8"/>
          <p:cNvSpPr>
            <a:spLocks noGrp="1"/>
          </p:cNvSpPr>
          <p:nvPr>
            <p:ph type="sldNum" sz="quarter" idx="11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  <p:sp>
        <p:nvSpPr>
          <p:cNvPr id="358273924" name="Footer Placeholder 9"/>
          <p:cNvSpPr>
            <a:spLocks noGrp="1"/>
          </p:cNvSpPr>
          <p:nvPr>
            <p:ph type="ftr" sz="quarter" idx="12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ítulo e texto vertical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811787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25461226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2145114888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E12D3936-493E-4DF3-B08B-355D47A0234E}" type="datetime1">
              <a:rPr lang="pt-BR"/>
              <a:t>07/03/2014</a:t>
            </a:fld>
            <a:endParaRPr lang="pt-BR"/>
          </a:p>
        </p:txBody>
      </p:sp>
      <p:sp>
        <p:nvSpPr>
          <p:cNvPr id="59618405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86992289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Título e texto vertica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5602982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6629400" y="274638"/>
            <a:ext cx="1752599" cy="5851525"/>
          </a:xfrm>
        </p:spPr>
        <p:txBody>
          <a:bodyPr vert="eaVert" anchor="b" anchorCtr="0"/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868025711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42332255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69015E48-5FC5-4237-8228-32FFCC65CE89}" type="datetime1">
              <a:rPr lang="pt-BR"/>
              <a:t>07/03/2014</a:t>
            </a:fld>
            <a:endParaRPr lang="pt-BR"/>
          </a:p>
        </p:txBody>
      </p:sp>
      <p:sp>
        <p:nvSpPr>
          <p:cNvPr id="932548959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751005525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2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9542153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>
              <a:defRPr/>
            </a:pPr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94163586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pt-BR"/>
              <a:t>Clique para editar o texto mestre</a:t>
            </a:r>
            <a:endParaRPr/>
          </a:p>
          <a:p>
            <a:pPr lvl="1">
              <a:defRPr/>
            </a:pPr>
            <a:r>
              <a:rPr lang="pt-BR"/>
              <a:t>Segundo nível</a:t>
            </a:r>
            <a:endParaRPr/>
          </a:p>
          <a:p>
            <a:pPr lvl="2">
              <a:defRPr/>
            </a:pPr>
            <a:r>
              <a:rPr lang="pt-BR"/>
              <a:t>Terceiro nível</a:t>
            </a:r>
            <a:endParaRPr/>
          </a:p>
          <a:p>
            <a:pPr lvl="3">
              <a:defRPr/>
            </a:pPr>
            <a:r>
              <a:rPr lang="pt-BR"/>
              <a:t>Quarto nível</a:t>
            </a:r>
            <a:endParaRPr/>
          </a:p>
          <a:p>
            <a:pPr lvl="4">
              <a:defRPr/>
            </a:pPr>
            <a:r>
              <a:rPr lang="pt-BR"/>
              <a:t>Quinto nível</a:t>
            </a:r>
            <a:endParaRPr lang="en-US"/>
          </a:p>
        </p:txBody>
      </p:sp>
      <p:sp>
        <p:nvSpPr>
          <p:cNvPr id="1849913677" name="Rectangle 6"/>
          <p:cNvSpPr/>
          <p:nvPr/>
        </p:nvSpPr>
        <p:spPr bwMode="auto"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67046388" name="Rectangle 7"/>
          <p:cNvSpPr/>
          <p:nvPr/>
        </p:nvSpPr>
        <p:spPr bwMode="auto"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0955784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6C6E8935-A2B1-44E1-9415-F202C84A673C}" type="slidenum">
              <a:rPr lang="pt-BR"/>
              <a:t>‹nº›</a:t>
            </a:fld>
            <a:endParaRPr lang="pt-BR"/>
          </a:p>
        </p:txBody>
      </p:sp>
      <p:sp>
        <p:nvSpPr>
          <p:cNvPr id="1682904497" name="Footer Placeholder 4"/>
          <p:cNvSpPr>
            <a:spLocks noGrp="1"/>
          </p:cNvSpPr>
          <p:nvPr>
            <p:ph type="ftr" sz="quarter" idx="3"/>
          </p:nvPr>
        </p:nvSpPr>
        <p:spPr bwMode="auto">
          <a:xfrm rot="16199998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pt-BR"/>
              <a:t>Monitor: Marcelo V. C. Aragão</a:t>
            </a:r>
            <a:endParaRPr lang="pt-BR"/>
          </a:p>
        </p:txBody>
      </p:sp>
      <p:sp>
        <p:nvSpPr>
          <p:cNvPr id="1832186467" name="Date Placeholder 3"/>
          <p:cNvSpPr>
            <a:spLocks noGrp="1"/>
          </p:cNvSpPr>
          <p:nvPr>
            <p:ph type="dt" sz="half" idx="2"/>
          </p:nvPr>
        </p:nvSpPr>
        <p:spPr bwMode="auto">
          <a:xfrm rot="16199998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2D215D20-2F8E-44A9-833C-112CC2832511}" type="datetime1">
              <a:rPr lang="pt-BR"/>
              <a:t>07/03/2014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1" hdr="0" sldNum="0"/>
  <p:txStyles>
    <p:titleStyle>
      <a:lvl1pPr algn="l" defTabSz="914400" rtl="0">
        <a:spcBef>
          <a:spcPts val="0"/>
        </a:spcBef>
        <a:buNone/>
        <a:defRPr sz="4600" cap="none" spc="-100">
          <a:ln>
            <a:noFill/>
          </a:ln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>
        <a:spcBef>
          <a:spcPts val="0"/>
        </a:spcBef>
        <a:buClr>
          <a:schemeClr val="accent1"/>
        </a:buClr>
        <a:buFont typeface="Arial"/>
        <a:buChar char="•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>
        <a:spcBef>
          <a:spcPts val="0"/>
        </a:spcBef>
        <a:buClr>
          <a:schemeClr val="accent2"/>
        </a:buClr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>
        <a:spcBef>
          <a:spcPts val="0"/>
        </a:spcBef>
        <a:buClr>
          <a:schemeClr val="accent3"/>
        </a:buClr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>
        <a:spcBef>
          <a:spcPts val="0"/>
        </a:spcBef>
        <a:buClr>
          <a:schemeClr val="accent4"/>
        </a:buClr>
        <a:buFont typeface="Arial"/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>
        <a:spcBef>
          <a:spcPts val="0"/>
        </a:spcBef>
        <a:buClr>
          <a:schemeClr val="accent5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>
        <a:spcBef>
          <a:spcPts val="0"/>
        </a:spcBef>
        <a:buClr>
          <a:schemeClr val="accent1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>
        <a:spcBef>
          <a:spcPts val="0"/>
        </a:spcBef>
        <a:buClr>
          <a:schemeClr val="accent2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>
        <a:spcBef>
          <a:spcPts val="0"/>
        </a:spcBef>
        <a:buClr>
          <a:schemeClr val="accent3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>
        <a:spcBef>
          <a:spcPts val="0"/>
        </a:spcBef>
        <a:buClr>
          <a:schemeClr val="accent4"/>
        </a:buClr>
        <a:buFont typeface="Arial"/>
        <a:buChar char="•"/>
        <a:defRPr sz="14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jp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749080" name="Título 15"/>
          <p:cNvSpPr>
            <a:spLocks noGrp="1"/>
          </p:cNvSpPr>
          <p:nvPr>
            <p:ph type="ctrTitle"/>
          </p:nvPr>
        </p:nvSpPr>
        <p:spPr bwMode="auto">
          <a:xfrm>
            <a:off x="683568" y="1844824"/>
            <a:ext cx="7543800" cy="3086199"/>
          </a:xfrm>
        </p:spPr>
        <p:txBody>
          <a:bodyPr/>
          <a:lstStyle/>
          <a:p>
            <a:pPr algn="ctr">
              <a:defRPr/>
            </a:pPr>
            <a:r>
              <a:rPr lang="en"/>
              <a:t>Projeto_ProCafeeiro</a:t>
            </a:r>
            <a:endParaRPr lang="pt-BR"/>
          </a:p>
        </p:txBody>
      </p:sp>
      <p:sp>
        <p:nvSpPr>
          <p:cNvPr id="373889933" name="CaixaDeTexto 18"/>
          <p:cNvSpPr txBox="1"/>
          <p:nvPr/>
        </p:nvSpPr>
        <p:spPr bwMode="auto">
          <a:xfrm>
            <a:off x="7452319" y="6309319"/>
            <a:ext cx="842479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71367038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98" flipH="0" flipV="0">
            <a:off x="7467742" y="4447940"/>
            <a:ext cx="2697423" cy="365760"/>
          </a:xfrm>
        </p:spPr>
        <p:txBody>
          <a:bodyPr/>
          <a:lstStyle/>
          <a:p>
            <a:pPr>
              <a:defRPr/>
            </a:pPr>
            <a:r>
              <a:rPr lang="pt-BR" sz="2800"/>
              <a:t> </a:t>
            </a:r>
            <a:r>
              <a:rPr lang="en" sz="2800"/>
              <a:t>Gabriel G Ruas                   </a:t>
            </a:r>
            <a:endParaRPr lang="en" sz="2800"/>
          </a:p>
        </p:txBody>
      </p:sp>
      <p:pic>
        <p:nvPicPr>
          <p:cNvPr id="163797969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38694" y="530423"/>
            <a:ext cx="4286250" cy="2857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9318101" name="CaixaDeTexto 18"/>
          <p:cNvSpPr txBox="1"/>
          <p:nvPr/>
        </p:nvSpPr>
        <p:spPr bwMode="auto">
          <a:xfrm>
            <a:off x="7452319" y="6309319"/>
            <a:ext cx="842479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71581874" name="Título 5"/>
          <p:cNvSpPr>
            <a:spLocks noGrp="1"/>
          </p:cNvSpPr>
          <p:nvPr>
            <p:ph type="title"/>
          </p:nvPr>
        </p:nvSpPr>
        <p:spPr bwMode="auto">
          <a:xfrm>
            <a:off x="395536" y="1052736"/>
            <a:ext cx="7681664" cy="936104"/>
          </a:xfrm>
        </p:spPr>
        <p:txBody>
          <a:bodyPr/>
          <a:lstStyle/>
          <a:p>
            <a:pPr>
              <a:defRPr/>
            </a:pPr>
            <a:r>
              <a:rPr lang="pt-BR" u="sng"/>
              <a:t>Apresentação</a:t>
            </a:r>
            <a:endParaRPr lang="pt-BR" u="sng"/>
          </a:p>
        </p:txBody>
      </p:sp>
      <p:sp>
        <p:nvSpPr>
          <p:cNvPr id="473692038" name="Espaço Reservado para Conteúdo 6"/>
          <p:cNvSpPr>
            <a:spLocks noGrp="1"/>
          </p:cNvSpPr>
          <p:nvPr>
            <p:ph idx="1"/>
          </p:nvPr>
        </p:nvSpPr>
        <p:spPr bwMode="auto">
          <a:xfrm>
            <a:off x="457200" y="2132856"/>
            <a:ext cx="7620000" cy="4032448"/>
          </a:xfrm>
        </p:spPr>
        <p:txBody>
          <a:bodyPr/>
          <a:lstStyle/>
          <a:p>
            <a:pPr>
              <a:defRPr/>
            </a:pPr>
            <a:r>
              <a:rPr lang="en">
                <a:solidFill>
                  <a:schemeClr val="tx2">
                    <a:lumMod val="75000"/>
                  </a:schemeClr>
                </a:solidFill>
              </a:rPr>
              <a:t>O que é o Projeto Procafeeiro</a:t>
            </a:r>
            <a:endParaRPr/>
          </a:p>
          <a:p>
            <a:pPr>
              <a:defRPr/>
            </a:pPr>
            <a:r>
              <a:rPr lang="en">
                <a:solidFill>
                  <a:schemeClr val="tx2">
                    <a:lumMod val="75000"/>
                  </a:schemeClr>
                </a:solidFill>
              </a:rPr>
              <a:t>Api</a:t>
            </a:r>
            <a:endParaRPr lang="en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r>
              <a:rPr lang="en">
                <a:solidFill>
                  <a:schemeClr val="tx2">
                    <a:lumMod val="75000"/>
                  </a:schemeClr>
                </a:solidFill>
              </a:rPr>
              <a:t>App</a:t>
            </a:r>
            <a:endParaRPr/>
          </a:p>
          <a:p>
            <a:pPr>
              <a:defRPr/>
            </a:pPr>
            <a:r>
              <a:rPr lang="en">
                <a:solidFill>
                  <a:schemeClr val="tx2">
                    <a:lumMod val="75000"/>
                  </a:schemeClr>
                </a:solidFill>
              </a:rPr>
              <a:t>Hardware</a:t>
            </a:r>
            <a:endParaRPr/>
          </a:p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12940346" name="Espaço Reservado para Rodapé 19"/>
          <p:cNvSpPr>
            <a:spLocks noGrp="1"/>
          </p:cNvSpPr>
          <p:nvPr/>
        </p:nvSpPr>
        <p:spPr bwMode="auto">
          <a:xfrm rot="16199969" flipH="0" flipV="0">
            <a:off x="7467741" y="4447939"/>
            <a:ext cx="2697423" cy="365760"/>
          </a:xfr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>
              <a:defRPr sz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2800"/>
              <a:t> </a:t>
            </a:r>
            <a:r>
              <a:rPr lang="en" sz="2800"/>
              <a:t>Gabrel G Ruas                   </a:t>
            </a:r>
            <a:endParaRPr lang="en" sz="2800"/>
          </a:p>
        </p:txBody>
      </p:sp>
      <p:pic>
        <p:nvPicPr>
          <p:cNvPr id="1088753960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562318" y="3941307"/>
            <a:ext cx="5532559" cy="2905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308216" name="CaixaDeTexto 18"/>
          <p:cNvSpPr txBox="1"/>
          <p:nvPr/>
        </p:nvSpPr>
        <p:spPr bwMode="auto">
          <a:xfrm>
            <a:off x="7452319" y="6309319"/>
            <a:ext cx="842479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02712458" name="Título 5"/>
          <p:cNvSpPr>
            <a:spLocks noGrp="1"/>
          </p:cNvSpPr>
          <p:nvPr>
            <p:ph type="title"/>
          </p:nvPr>
        </p:nvSpPr>
        <p:spPr bwMode="auto">
          <a:xfrm>
            <a:off x="395536" y="1052736"/>
            <a:ext cx="7681664" cy="936104"/>
          </a:xfrm>
        </p:spPr>
        <p:txBody>
          <a:bodyPr/>
          <a:lstStyle/>
          <a:p>
            <a:pPr>
              <a:defRPr/>
            </a:pPr>
            <a:r>
              <a:rPr lang="en" sz="3600" u="sng"/>
              <a:t>API</a:t>
            </a:r>
            <a:endParaRPr lang="pt-BR" sz="3600" u="sng"/>
          </a:p>
        </p:txBody>
      </p:sp>
      <p:sp>
        <p:nvSpPr>
          <p:cNvPr id="1227707297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98">
            <a:off x="6088253" y="3084101"/>
            <a:ext cx="5364596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Gabrel G Ruas                   </a:t>
            </a:r>
            <a:endParaRPr sz="2800"/>
          </a:p>
        </p:txBody>
      </p:sp>
      <p:sp>
        <p:nvSpPr>
          <p:cNvPr id="558744628" name="Rectangle 3"/>
          <p:cNvSpPr txBox="1">
            <a:spLocks noChangeArrowheads="1"/>
          </p:cNvSpPr>
          <p:nvPr/>
        </p:nvSpPr>
        <p:spPr bwMode="auto">
          <a:xfrm flipH="0" flipV="0">
            <a:off x="235867" y="1851160"/>
            <a:ext cx="7216450" cy="2475254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" sz="2400"/>
              <a:t>Dominio</a:t>
            </a:r>
            <a:endParaRPr lang="en-US" sz="2400"/>
          </a:p>
          <a:p>
            <a:pPr>
              <a:lnSpc>
                <a:spcPct val="90000"/>
              </a:lnSpc>
              <a:defRPr/>
            </a:pPr>
            <a:r>
              <a:rPr lang="en" sz="2400"/>
              <a:t>Repositorio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 sz="2400"/>
              <a:t>Aplicaçao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 sz="2400"/>
              <a:t>Aplesentaçao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 sz="2400"/>
              <a:t>Serviços </a:t>
            </a: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24020603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314615" y="584682"/>
            <a:ext cx="4137703" cy="3275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32155" name="CaixaDeTexto 18"/>
          <p:cNvSpPr txBox="1"/>
          <p:nvPr/>
        </p:nvSpPr>
        <p:spPr bwMode="auto">
          <a:xfrm>
            <a:off x="7452319" y="6309319"/>
            <a:ext cx="842479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13091008" name="Título 5"/>
          <p:cNvSpPr>
            <a:spLocks noGrp="1"/>
          </p:cNvSpPr>
          <p:nvPr>
            <p:ph type="title"/>
          </p:nvPr>
        </p:nvSpPr>
        <p:spPr bwMode="auto">
          <a:xfrm flipH="0" flipV="0">
            <a:off x="395534" y="1262349"/>
            <a:ext cx="7681662" cy="631174"/>
          </a:xfrm>
        </p:spPr>
        <p:txBody>
          <a:bodyPr/>
          <a:lstStyle/>
          <a:p>
            <a:pPr>
              <a:defRPr/>
            </a:pPr>
            <a:r>
              <a:rPr lang="en" sz="3600" u="sng"/>
              <a:t>APP</a:t>
            </a:r>
            <a:endParaRPr lang="pt-BR" sz="3600" u="sng"/>
          </a:p>
        </p:txBody>
      </p:sp>
      <p:sp>
        <p:nvSpPr>
          <p:cNvPr id="1643058399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803881640" name="Rectangle 3"/>
          <p:cNvSpPr txBox="1">
            <a:spLocks noChangeArrowheads="1"/>
          </p:cNvSpPr>
          <p:nvPr/>
        </p:nvSpPr>
        <p:spPr bwMode="auto">
          <a:xfrm flipH="0" flipV="0">
            <a:off x="270495" y="1790240"/>
            <a:ext cx="5101402" cy="4159037"/>
          </a:xfrm>
          <a:prstGeom prst="rect">
            <a:avLst/>
          </a:prstGeom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 algn="l">
              <a:lnSpc>
                <a:spcPct val="90000"/>
              </a:lnSpc>
              <a:buClr>
                <a:schemeClr val="accent1"/>
              </a:buClr>
              <a:buFont typeface="Arial"/>
              <a:buNone/>
              <a:defRPr/>
            </a:pPr>
            <a:r>
              <a:rPr lang="en" sz="2400" b="1"/>
              <a:t>Paginas.  </a:t>
            </a:r>
            <a:endParaRPr lang="en" sz="2400" b="1"/>
          </a:p>
          <a:p>
            <a:pPr marL="114300" indent="0" algn="l">
              <a:lnSpc>
                <a:spcPct val="90000"/>
              </a:lnSpc>
              <a:buClr>
                <a:schemeClr val="accent1"/>
              </a:buClr>
              <a:buFont typeface="Arial"/>
              <a:buNone/>
              <a:defRPr/>
            </a:pPr>
            <a:r>
              <a:rPr lang="en" sz="2400" b="1"/>
              <a:t>.js </a:t>
            </a:r>
            <a:r>
              <a:rPr lang="en" sz="2400" b="1"/>
              <a:t>, .css, API</a:t>
            </a:r>
            <a:endParaRPr lang="en-US" sz="2400"/>
          </a:p>
          <a:p>
            <a:pPr>
              <a:lnSpc>
                <a:spcPct val="90000"/>
              </a:lnSpc>
              <a:defRPr/>
            </a:pPr>
            <a:r>
              <a:rPr lang="en"/>
              <a:t>Panha.js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/>
              <a:t>Usuario</a:t>
            </a:r>
            <a:endParaRPr lang="en"/>
          </a:p>
          <a:p>
            <a:pPr>
              <a:lnSpc>
                <a:spcPct val="90000"/>
              </a:lnSpc>
              <a:defRPr/>
            </a:pPr>
            <a:r>
              <a:rPr lang="en"/>
              <a:t>Despesas</a:t>
            </a:r>
            <a:endParaRPr lang="en"/>
          </a:p>
          <a:p>
            <a:pPr>
              <a:lnSpc>
                <a:spcPct val="90000"/>
              </a:lnSpc>
              <a:defRPr/>
            </a:pPr>
            <a:r>
              <a:rPr lang="en"/>
              <a:t>Rastreamento</a:t>
            </a:r>
            <a:endParaRPr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19374982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3202951" y="1717468"/>
            <a:ext cx="4755026" cy="306042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168096" name="CaixaDeTexto 18"/>
          <p:cNvSpPr txBox="1"/>
          <p:nvPr/>
        </p:nvSpPr>
        <p:spPr bwMode="auto">
          <a:xfrm>
            <a:off x="7452319" y="6309319"/>
            <a:ext cx="842479" cy="3661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919763352" name="Título 5"/>
          <p:cNvSpPr>
            <a:spLocks noGrp="1"/>
          </p:cNvSpPr>
          <p:nvPr>
            <p:ph type="title"/>
          </p:nvPr>
        </p:nvSpPr>
        <p:spPr bwMode="auto">
          <a:xfrm>
            <a:off x="395535" y="1052735"/>
            <a:ext cx="7681663" cy="936103"/>
          </a:xfrm>
        </p:spPr>
        <p:txBody>
          <a:bodyPr/>
          <a:lstStyle/>
          <a:p>
            <a:pPr>
              <a:defRPr/>
            </a:pPr>
            <a:r>
              <a:rPr lang="en" sz="3600" u="sng"/>
              <a:t>Harware</a:t>
            </a:r>
            <a:endParaRPr lang="pt-BR" sz="3600" u="sng"/>
          </a:p>
        </p:txBody>
      </p:sp>
      <p:sp>
        <p:nvSpPr>
          <p:cNvPr id="822623615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1656610441" name="Rectangle 3"/>
          <p:cNvSpPr txBox="1">
            <a:spLocks noChangeArrowheads="1"/>
          </p:cNvSpPr>
          <p:nvPr/>
        </p:nvSpPr>
        <p:spPr bwMode="auto">
          <a:xfrm>
            <a:off x="270495" y="1965919"/>
            <a:ext cx="80010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r>
              <a:rPr lang="en" sz="2400"/>
              <a:t>Esp32</a:t>
            </a:r>
            <a:endParaRPr lang="en-US" sz="2400"/>
          </a:p>
          <a:p>
            <a:pPr>
              <a:lnSpc>
                <a:spcPct val="90000"/>
              </a:lnSpc>
              <a:defRPr/>
            </a:pPr>
            <a:r>
              <a:rPr lang="en"/>
              <a:t>Planilha google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/>
              <a:t>C++</a:t>
            </a:r>
            <a:endParaRPr/>
          </a:p>
          <a:p>
            <a:pPr>
              <a:lnSpc>
                <a:spcPct val="90000"/>
              </a:lnSpc>
              <a:defRPr/>
            </a:pPr>
            <a:r>
              <a:rPr lang="en"/>
              <a:t>ModuloGPS</a:t>
            </a:r>
            <a:endParaRPr lang="en"/>
          </a:p>
          <a:p>
            <a:pPr>
              <a:lnSpc>
                <a:spcPct val="90000"/>
              </a:lnSpc>
              <a:defRPr/>
            </a:pPr>
            <a:r>
              <a:rPr lang="en"/>
              <a:t>Googlemaps </a:t>
            </a:r>
            <a:endParaRPr lang="en"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43975681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4338290" y="3690149"/>
            <a:ext cx="1931070" cy="2985288"/>
          </a:xfrm>
          <a:prstGeom prst="rect">
            <a:avLst/>
          </a:prstGeom>
        </p:spPr>
      </p:pic>
      <p:pic>
        <p:nvPicPr>
          <p:cNvPr id="473660711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3127398" y="1052734"/>
            <a:ext cx="4567913" cy="256564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2751022" name="CaixaDeTexto 18"/>
          <p:cNvSpPr txBox="1"/>
          <p:nvPr/>
        </p:nvSpPr>
        <p:spPr bwMode="auto">
          <a:xfrm>
            <a:off x="7452319" y="6309319"/>
            <a:ext cx="842479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762234455" name="Título 5"/>
          <p:cNvSpPr>
            <a:spLocks noGrp="1"/>
          </p:cNvSpPr>
          <p:nvPr>
            <p:ph type="title"/>
          </p:nvPr>
        </p:nvSpPr>
        <p:spPr bwMode="auto">
          <a:xfrm rot="16199969" flipH="0" flipV="0">
            <a:off x="-440265" y="1888537"/>
            <a:ext cx="2929772" cy="936103"/>
          </a:xfrm>
        </p:spPr>
        <p:txBody>
          <a:bodyPr/>
          <a:lstStyle/>
          <a:p>
            <a:pPr>
              <a:defRPr/>
            </a:pPr>
            <a:r>
              <a:rPr lang="en" sz="3600" u="sng"/>
              <a:t>Codigo C++</a:t>
            </a:r>
            <a:endParaRPr lang="pt-BR" sz="3600" u="sng"/>
          </a:p>
        </p:txBody>
      </p:sp>
      <p:sp>
        <p:nvSpPr>
          <p:cNvPr id="715390999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1447073934" name="Rectangle 3"/>
          <p:cNvSpPr txBox="1">
            <a:spLocks noChangeArrowheads="1"/>
          </p:cNvSpPr>
          <p:nvPr/>
        </p:nvSpPr>
        <p:spPr bwMode="auto">
          <a:xfrm>
            <a:off x="270495" y="1965919"/>
            <a:ext cx="80010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"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61162414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1424186" y="0"/>
            <a:ext cx="6621596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28266794" name="CaixaDeTexto 18"/>
          <p:cNvSpPr txBox="1"/>
          <p:nvPr/>
        </p:nvSpPr>
        <p:spPr bwMode="auto">
          <a:xfrm>
            <a:off x="7452319" y="6309319"/>
            <a:ext cx="842479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3081408" name="Título 5"/>
          <p:cNvSpPr>
            <a:spLocks noGrp="1"/>
          </p:cNvSpPr>
          <p:nvPr>
            <p:ph type="title"/>
          </p:nvPr>
        </p:nvSpPr>
        <p:spPr bwMode="auto">
          <a:xfrm rot="16199969" flipH="0" flipV="0">
            <a:off x="-440264" y="1888536"/>
            <a:ext cx="2929771" cy="936103"/>
          </a:xfrm>
        </p:spPr>
        <p:txBody>
          <a:bodyPr/>
          <a:lstStyle/>
          <a:p>
            <a:pPr>
              <a:defRPr/>
            </a:pPr>
            <a:r>
              <a:rPr lang="en" sz="3600" u="sng"/>
              <a:t>Hardware GPS ESP32Can</a:t>
            </a:r>
            <a:endParaRPr lang="pt-BR" sz="3600" u="sng"/>
          </a:p>
        </p:txBody>
      </p:sp>
      <p:sp>
        <p:nvSpPr>
          <p:cNvPr id="103495224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562939189" name="Rectangle 3"/>
          <p:cNvSpPr txBox="1">
            <a:spLocks noChangeArrowheads="1"/>
          </p:cNvSpPr>
          <p:nvPr/>
        </p:nvSpPr>
        <p:spPr bwMode="auto">
          <a:xfrm>
            <a:off x="270495" y="1965919"/>
            <a:ext cx="80010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"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774134557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4087981" name="CaixaDeTexto 18"/>
          <p:cNvSpPr txBox="1"/>
          <p:nvPr/>
        </p:nvSpPr>
        <p:spPr bwMode="auto">
          <a:xfrm>
            <a:off x="7452319" y="6309319"/>
            <a:ext cx="842479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7957610" name="Título 5"/>
          <p:cNvSpPr>
            <a:spLocks noGrp="1"/>
          </p:cNvSpPr>
          <p:nvPr>
            <p:ph type="title"/>
          </p:nvPr>
        </p:nvSpPr>
        <p:spPr bwMode="auto">
          <a:xfrm rot="16199969" flipH="0" flipV="0">
            <a:off x="-440264" y="1888536"/>
            <a:ext cx="2929771" cy="936103"/>
          </a:xfrm>
        </p:spPr>
        <p:txBody>
          <a:bodyPr/>
          <a:lstStyle/>
          <a:p>
            <a:pPr>
              <a:defRPr/>
            </a:pPr>
            <a:r>
              <a:rPr lang="en" sz="3600" u="sng"/>
              <a:t>Hardware GPS ESP32Can</a:t>
            </a:r>
            <a:endParaRPr lang="pt-BR" sz="3600" u="sng"/>
          </a:p>
        </p:txBody>
      </p:sp>
      <p:sp>
        <p:nvSpPr>
          <p:cNvPr id="1247038164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1069052704" name="Rectangle 3"/>
          <p:cNvSpPr txBox="1">
            <a:spLocks noChangeArrowheads="1"/>
          </p:cNvSpPr>
          <p:nvPr/>
        </p:nvSpPr>
        <p:spPr bwMode="auto">
          <a:xfrm>
            <a:off x="270495" y="1965919"/>
            <a:ext cx="80010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"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063984403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1436502" name="CaixaDeTexto 18"/>
          <p:cNvSpPr txBox="1"/>
          <p:nvPr/>
        </p:nvSpPr>
        <p:spPr bwMode="auto">
          <a:xfrm>
            <a:off x="7452319" y="6309319"/>
            <a:ext cx="842479" cy="3661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/>
            </a:pPr>
            <a:endParaRPr lang="pt-BR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9993224" name="Título 5"/>
          <p:cNvSpPr>
            <a:spLocks noGrp="1"/>
          </p:cNvSpPr>
          <p:nvPr>
            <p:ph type="title"/>
          </p:nvPr>
        </p:nvSpPr>
        <p:spPr bwMode="auto">
          <a:xfrm rot="16199969" flipH="0" flipV="0">
            <a:off x="-440264" y="1888536"/>
            <a:ext cx="2929771" cy="936103"/>
          </a:xfrm>
        </p:spPr>
        <p:txBody>
          <a:bodyPr/>
          <a:lstStyle/>
          <a:p>
            <a:pPr>
              <a:defRPr/>
            </a:pPr>
            <a:r>
              <a:rPr lang="en" sz="3600" u="sng"/>
              <a:t>Hardware GPS ESP32Can</a:t>
            </a:r>
            <a:endParaRPr lang="pt-BR" sz="3600" u="sng"/>
          </a:p>
        </p:txBody>
      </p:sp>
      <p:sp>
        <p:nvSpPr>
          <p:cNvPr id="1155084665" name="Espaço Reservado para Rodapé 19"/>
          <p:cNvSpPr>
            <a:spLocks noGrp="1"/>
          </p:cNvSpPr>
          <p:nvPr>
            <p:ph type="ftr" sz="quarter" idx="11"/>
          </p:nvPr>
        </p:nvSpPr>
        <p:spPr bwMode="auto">
          <a:xfrm rot="16199969">
            <a:off x="6088252" y="3084100"/>
            <a:ext cx="5364595" cy="365760"/>
          </a:xfrm>
        </p:spPr>
        <p:txBody>
          <a:bodyPr/>
          <a:lstStyle/>
          <a:p>
            <a:pPr>
              <a:defRPr/>
            </a:pPr>
            <a:r>
              <a:rPr lang="pt-BR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 </a:t>
            </a:r>
            <a:r>
              <a:rPr lang="en" sz="2800" b="0" i="0" u="none" strike="noStrike" cap="none" spc="0">
                <a:solidFill>
                  <a:schemeClr val="bg2"/>
                </a:solidFill>
                <a:latin typeface="Calibri"/>
                <a:ea typeface="Arial"/>
                <a:cs typeface="Arial"/>
              </a:rPr>
              <a:t>Gabrel G Ruas                   </a:t>
            </a:r>
            <a:endParaRPr sz="2800"/>
          </a:p>
        </p:txBody>
      </p:sp>
      <p:sp>
        <p:nvSpPr>
          <p:cNvPr id="1071101595" name="Rectangle 3"/>
          <p:cNvSpPr txBox="1">
            <a:spLocks noChangeArrowheads="1"/>
          </p:cNvSpPr>
          <p:nvPr/>
        </p:nvSpPr>
        <p:spPr bwMode="auto">
          <a:xfrm>
            <a:off x="270495" y="1965919"/>
            <a:ext cx="80010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2860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2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2860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05840" indent="-22860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80160" indent="-22860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54480" indent="-228600" algn="l" defTabSz="914400" rtl="0">
              <a:spcBef>
                <a:spcPts val="0"/>
              </a:spcBef>
              <a:buClr>
                <a:schemeClr val="accent5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defTabSz="914400" rtl="0">
              <a:spcBef>
                <a:spcPts val="0"/>
              </a:spcBef>
              <a:buClr>
                <a:schemeClr val="accent1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20240" indent="-182880" algn="l" defTabSz="914400" rtl="0">
              <a:spcBef>
                <a:spcPts val="0"/>
              </a:spcBef>
              <a:buClr>
                <a:schemeClr val="accent2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03120" indent="-182880" algn="l" defTabSz="914400" rtl="0">
              <a:spcBef>
                <a:spcPts val="0"/>
              </a:spcBef>
              <a:buClr>
                <a:schemeClr val="accent3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286000" indent="-182880" algn="l" defTabSz="914400" rtl="0">
              <a:spcBef>
                <a:spcPts val="0"/>
              </a:spcBef>
              <a:buClr>
                <a:schemeClr val="accent4"/>
              </a:buClr>
              <a:buFont typeface="Arial"/>
              <a:buChar char="•"/>
              <a:defRPr sz="1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90000"/>
              </a:lnSpc>
              <a:defRPr/>
            </a:pPr>
            <a:endParaRPr lang="en"/>
          </a:p>
          <a:p>
            <a:pPr>
              <a:lnSpc>
                <a:spcPct val="90000"/>
              </a:lnSpc>
              <a:defRPr/>
            </a:pPr>
            <a:endParaRPr/>
          </a:p>
          <a:p>
            <a:pPr>
              <a:lnSpc>
                <a:spcPct val="90000"/>
              </a:lnSpc>
              <a:defRPr/>
            </a:pPr>
            <a:endParaRPr lang="en-US" sz="2400"/>
          </a:p>
          <a:p>
            <a:pPr>
              <a:lnSpc>
                <a:spcPct val="90000"/>
              </a:lnSpc>
              <a:defRPr/>
            </a:pPr>
            <a:endParaRPr lang="en-US" sz="2400"/>
          </a:p>
        </p:txBody>
      </p:sp>
      <p:pic>
        <p:nvPicPr>
          <p:cNvPr id="1900151448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2342259" y="193734"/>
            <a:ext cx="5405150" cy="61464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<Relationships xmlns="http://schemas.openxmlformats.org/package/2006/relationships"><Relationship Id="rId1" Type="http://schemas.openxmlformats.org/officeDocument/2006/relationships/image" Target="../media/image1.jpg"/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Adjacência">
  <a:themeElements>
    <a:clrScheme name="teste">
      <a:dk1>
        <a:sysClr val="windowText" lastClr="000000"/>
      </a:dk1>
      <a:lt1>
        <a:sysClr val="window" lastClr="FFFFFF"/>
      </a:lt1>
      <a:dk2>
        <a:srgbClr val="2C67B1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mbria"/>
        <a:ea typeface="Arial"/>
        <a:cs typeface="Arial"/>
      </a:majorFont>
      <a:minorFont>
        <a:latin typeface="Calibri"/>
        <a:ea typeface="Arial"/>
        <a:cs typeface="Arial"/>
      </a:minorFont>
    </a:fontScheme>
    <a:fmtScheme name="Adjacência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/>
        </a:gradFill>
        <a:blipFill>
          <a:blip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algn="tl" flip="none" sx="32000" sy="32000" tx="0" ty="0"/>
        </a:blip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Escritório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0</TotalTime>
  <Words>0</Words>
  <Application>ONLYOFFICE/9.2.0.100</Application>
  <PresentationFormat>On-screen Show (4:3)</PresentationFormat>
  <Paragraphs>0</Paragraphs>
  <Slides>9</Slides>
  <Notes>9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Marcelo</dc:creator>
  <cp:lastModifiedBy/>
  <cp:revision>71</cp:revision>
  <dcterms:created xsi:type="dcterms:W3CDTF">2013-07-18T21:26:54Z</dcterms:created>
  <dcterms:modified xsi:type="dcterms:W3CDTF">2026-07-24T20:53:14Z</dcterms:modified>
</cp:coreProperties>
</file>